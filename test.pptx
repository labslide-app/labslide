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<p:presentation xmlns:p="http://schemas.openxmlformats.org/presentationml/2006/main"><p:sldIdLst><p:sldId id="256" r:id="rId1"/></p:sldIdLst><p:sldSz cx="12192000" cy="6858000"/>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Title"/>
          <p:cNvSpPr>
            <a:spLocks noGrp="1"/>
          </p:cNvSpPr>
          <p:nvPr/>
        </p:nvSpPr>
        <p:spPr>
          <a:xfrm>
            <a:off x="914400" y="274320"/>
            <a:ext cx="10287000" cy="1143000"/>
          </a:xfrm>
        </p:spPr>
        <p:txBody>
          <a:bodyPr/>
          <a:p>
            <a:r>
              <a:rPr lang="zh-CN" sz="3200" b="1"/>
              <a:t>PPT Rendering Test</a:t>
            </a:r>
          </a:p>
        </p:txBody>
      </p:sp>
      <p:sp>
        <p:nvSpPr>
          <p:cNvPr id="2" name="Subtitle"/>
          <p:cNvSpPr>
            <a:spLocks noGrp="1"/>
          </p:cNvSpPr>
          <p:nvPr/>
        </p:nvSpPr>
        <p:spPr>
          <a:xfrm>
            <a:off x="914400" y="1600200"/>
            <a:ext cx="10287000" cy="1143000"/>
          </a:xfrm>
        </p:spPr>
        <p:txBody>
          <a:bodyPr/>
          <a:p>
            <a:r>
              <a:rPr lang="zh-CN" sz="2000" i="1"/>
              <a:t>Uploaded via API - data persistence test</a:t>
            </a:r>
          </a:p>
        </p:txBody>
      </p:sp>
    </p:spTree>
  </p:cSld>
</p:sld>
</file>